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6876" y="1600200"/>
            <a:ext cx="7315200" cy="365760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36876" y="1600200"/>
            <a:ext cx="54864" cy="365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11196" y="2057400"/>
            <a:ext cx="6766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Cockpit de Manutenção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1196" y="3063240"/>
            <a:ext cx="6766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Sistema interno de gestão e distribuição
de ordens de manutenção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1196" y="44348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B82F6"/>
                </a:solidFill>
              </a:rPr>
              <a:t>Maio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Visão geral das métricas e KPIs do cockpit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Painel de Notas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Notas de manutenção sem ordem gerada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9D8311F-9D85-7BA9-C940-43B21C915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2104"/>
            <a:ext cx="12188825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Painel de Ordens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Acompanhamento das ordens de manutenção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-ord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Carga por Pessoa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Distribuição de carga entre os administradores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-pesso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Acompanhamento financeiro e cartão corporativo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-financei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Visualizações analíticas de desempenho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-graf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Visão operacional das atividades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-oper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Mapa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Distribuição geográfica das operações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-operacional-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Radar Preventivo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Monitoramento de manutenção preventiva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9-radar-preven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Comparativos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Análises comparativas históricas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-compara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Equipamentos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Gestão e acompanhamento de equipamentos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1-equipa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Copilot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Assistente inteligente de suporte à decisão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2-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Registro e rastreamento de ações do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3-audi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4864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Administração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45720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Gestão de administradores e configurações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" y="923544"/>
            <a:ext cx="11896344" cy="5788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4-administ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41832"/>
            <a:ext cx="11859768" cy="5751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</Words>
  <Application>Microsoft Office PowerPoint</Application>
  <PresentationFormat>Personalizar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Gustavo Silva</cp:lastModifiedBy>
  <cp:revision>3</cp:revision>
  <dcterms:created xsi:type="dcterms:W3CDTF">2013-01-27T09:14:16Z</dcterms:created>
  <dcterms:modified xsi:type="dcterms:W3CDTF">2026-05-28T18:30:45Z</dcterms:modified>
  <cp:category/>
</cp:coreProperties>
</file>